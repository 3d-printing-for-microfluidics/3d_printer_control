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31"/>
  </p:normalViewPr>
  <p:slideViewPr>
    <p:cSldViewPr snapToGrid="0" snapToObjects="1">
      <p:cViewPr>
        <p:scale>
          <a:sx n="117" d="100"/>
          <a:sy n="117" d="100"/>
        </p:scale>
        <p:origin x="-496" y="-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0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3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7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4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9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10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89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2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8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55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47965-CA07-2445-90E9-7944372D66FF}" type="datetimeFigureOut">
              <a:rPr lang="en-US" smtClean="0"/>
              <a:t>5/16/18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1F91A-7154-074C-8F8C-0F325C413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830368" y="912586"/>
            <a:ext cx="4977821" cy="4808498"/>
            <a:chOff x="2830368" y="912586"/>
            <a:chExt cx="4977821" cy="4808498"/>
          </a:xfrm>
        </p:grpSpPr>
        <p:sp>
          <p:nvSpPr>
            <p:cNvPr id="4" name="TextBox 3"/>
            <p:cNvSpPr txBox="1"/>
            <p:nvPr/>
          </p:nvSpPr>
          <p:spPr>
            <a:xfrm>
              <a:off x="5105400" y="912586"/>
              <a:ext cx="135139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uninitialized</a:t>
              </a:r>
              <a:endParaRPr lang="en-US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240052" y="1776186"/>
              <a:ext cx="108209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initialized</a:t>
              </a:r>
              <a:endParaRPr lang="en-US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175803" y="2639786"/>
              <a:ext cx="121058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p</a:t>
              </a:r>
              <a:r>
                <a:rPr lang="en-US" dirty="0" err="1" smtClean="0"/>
                <a:t>lanarizing</a:t>
              </a:r>
              <a:endParaRPr lang="en-US" dirty="0"/>
            </a:p>
          </p:txBody>
        </p:sp>
        <p:cxnSp>
          <p:nvCxnSpPr>
            <p:cNvPr id="8" name="Straight Arrow Connector 7"/>
            <p:cNvCxnSpPr>
              <a:stCxn id="4" idx="2"/>
              <a:endCxn id="5" idx="0"/>
            </p:cNvCxnSpPr>
            <p:nvPr/>
          </p:nvCxnSpPr>
          <p:spPr>
            <a:xfrm>
              <a:off x="5781098" y="1281918"/>
              <a:ext cx="0" cy="494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5755516" y="1344386"/>
              <a:ext cx="960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/>
                <a:t>initialize</a:t>
              </a:r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01579" y="3503386"/>
              <a:ext cx="115903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mtClean="0"/>
                <a:t>planarized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21099" y="4366986"/>
              <a:ext cx="91999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printing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48126" y="5224752"/>
              <a:ext cx="86594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paused</a:t>
              </a:r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98182" y="4118820"/>
              <a:ext cx="118763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completed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36324" y="4672818"/>
              <a:ext cx="94949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mtClean="0"/>
                <a:t>stopped</a:t>
              </a:r>
              <a:endParaRPr lang="en-US" dirty="0"/>
            </a:p>
          </p:txBody>
        </p:sp>
        <p:cxnSp>
          <p:nvCxnSpPr>
            <p:cNvPr id="16" name="Straight Arrow Connector 15"/>
            <p:cNvCxnSpPr>
              <a:stCxn id="5" idx="2"/>
              <a:endCxn id="6" idx="0"/>
            </p:cNvCxnSpPr>
            <p:nvPr/>
          </p:nvCxnSpPr>
          <p:spPr>
            <a:xfrm>
              <a:off x="5781098" y="2145518"/>
              <a:ext cx="0" cy="494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2"/>
              <a:endCxn id="10" idx="0"/>
            </p:cNvCxnSpPr>
            <p:nvPr/>
          </p:nvCxnSpPr>
          <p:spPr>
            <a:xfrm flipH="1">
              <a:off x="5781097" y="3009118"/>
              <a:ext cx="1" cy="494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2"/>
              <a:endCxn id="11" idx="0"/>
            </p:cNvCxnSpPr>
            <p:nvPr/>
          </p:nvCxnSpPr>
          <p:spPr>
            <a:xfrm>
              <a:off x="5781097" y="3872718"/>
              <a:ext cx="0" cy="4942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1" idx="2"/>
              <a:endCxn id="12" idx="0"/>
            </p:cNvCxnSpPr>
            <p:nvPr/>
          </p:nvCxnSpPr>
          <p:spPr>
            <a:xfrm>
              <a:off x="5781097" y="4736318"/>
              <a:ext cx="1" cy="4884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>
              <a:stCxn id="12" idx="3"/>
              <a:endCxn id="11" idx="3"/>
            </p:cNvCxnSpPr>
            <p:nvPr/>
          </p:nvCxnSpPr>
          <p:spPr>
            <a:xfrm flipV="1">
              <a:off x="6214069" y="4551652"/>
              <a:ext cx="27025" cy="857766"/>
            </a:xfrm>
            <a:prstGeom prst="bentConnector3">
              <a:avLst>
                <a:gd name="adj1" fmla="val 150980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781096" y="4763087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pause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11948" y="4765151"/>
              <a:ext cx="8885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resume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81096" y="2207986"/>
              <a:ext cx="2027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  <a:r>
                <a:rPr lang="en-US" dirty="0" smtClean="0"/>
                <a:t>lanarization step 1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781096" y="3035887"/>
              <a:ext cx="2027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  <a:r>
                <a:rPr lang="en-US" dirty="0" smtClean="0"/>
                <a:t>lanarization step 2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772634" y="3906353"/>
              <a:ext cx="613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/>
                <a:t>start</a:t>
              </a:r>
              <a:endParaRPr lang="en-US"/>
            </a:p>
          </p:txBody>
        </p:sp>
        <p:cxnSp>
          <p:nvCxnSpPr>
            <p:cNvPr id="32" name="Straight Arrow Connector 31"/>
            <p:cNvCxnSpPr>
              <a:stCxn id="11" idx="1"/>
              <a:endCxn id="13" idx="3"/>
            </p:cNvCxnSpPr>
            <p:nvPr/>
          </p:nvCxnSpPr>
          <p:spPr>
            <a:xfrm flipH="1" flipV="1">
              <a:off x="4685816" y="4303486"/>
              <a:ext cx="635283" cy="2481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1" idx="1"/>
              <a:endCxn id="14" idx="3"/>
            </p:cNvCxnSpPr>
            <p:nvPr/>
          </p:nvCxnSpPr>
          <p:spPr>
            <a:xfrm flipH="1">
              <a:off x="4685816" y="4551652"/>
              <a:ext cx="635283" cy="3058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4749443" y="4653768"/>
              <a:ext cx="59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/>
                <a:t>stop</a:t>
              </a:r>
              <a:endParaRPr lang="en-US"/>
            </a:p>
          </p:txBody>
        </p:sp>
        <p:cxnSp>
          <p:nvCxnSpPr>
            <p:cNvPr id="37" name="Elbow Connector 36"/>
            <p:cNvCxnSpPr>
              <a:stCxn id="14" idx="1"/>
              <a:endCxn id="6" idx="1"/>
            </p:cNvCxnSpPr>
            <p:nvPr/>
          </p:nvCxnSpPr>
          <p:spPr>
            <a:xfrm rot="10800000" flipH="1">
              <a:off x="3736323" y="2824452"/>
              <a:ext cx="1439479" cy="2033032"/>
            </a:xfrm>
            <a:prstGeom prst="bentConnector3">
              <a:avLst>
                <a:gd name="adj1" fmla="val -6125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3" idx="1"/>
            </p:cNvCxnSpPr>
            <p:nvPr/>
          </p:nvCxnSpPr>
          <p:spPr>
            <a:xfrm flipH="1">
              <a:off x="2852803" y="4303486"/>
              <a:ext cx="6453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/>
            <p:cNvCxnSpPr>
              <a:stCxn id="12" idx="1"/>
              <a:endCxn id="14" idx="2"/>
            </p:cNvCxnSpPr>
            <p:nvPr/>
          </p:nvCxnSpPr>
          <p:spPr>
            <a:xfrm rot="10800000">
              <a:off x="4211070" y="5042150"/>
              <a:ext cx="1137056" cy="36726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4454234" y="5351752"/>
              <a:ext cx="590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stop</a:t>
              </a:r>
              <a:endParaRPr lang="en-US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830368" y="3134907"/>
              <a:ext cx="152131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confirm</a:t>
              </a:r>
            </a:p>
            <a:p>
              <a:r>
                <a:rPr lang="en-US" dirty="0" smtClean="0"/>
                <a:t>taking off</a:t>
              </a:r>
            </a:p>
            <a:p>
              <a:r>
                <a:rPr lang="en-US" dirty="0"/>
                <a:t>b</a:t>
              </a:r>
              <a:r>
                <a:rPr lang="en-US" dirty="0" smtClean="0"/>
                <a:t>uild platform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78187" y="2474170"/>
              <a:ext cx="2027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  <a:r>
                <a:rPr lang="en-US" dirty="0" smtClean="0"/>
                <a:t>lanarization step 1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975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 Gong</dc:creator>
  <cp:lastModifiedBy>Hua Gong</cp:lastModifiedBy>
  <cp:revision>5</cp:revision>
  <dcterms:created xsi:type="dcterms:W3CDTF">2018-05-13T06:05:32Z</dcterms:created>
  <dcterms:modified xsi:type="dcterms:W3CDTF">2018-05-17T02:45:28Z</dcterms:modified>
</cp:coreProperties>
</file>